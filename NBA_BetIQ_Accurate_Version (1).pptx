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Model Predictive Power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Vegas Spread</c:v>
                </c:pt>
                <c:pt idx="1">
                  <c:v>Team Stats</c:v>
                </c:pt>
                <c:pt idx="2">
                  <c:v>Shot Data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</c:v>
                </c:pt>
                <c:pt idx="1">
                  <c:v>28</c:v>
                </c:pt>
                <c:pt idx="2">
                  <c:v>18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Simulated Bets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Vegas Priced
Accurately</c:v>
                </c:pt>
                <c:pt idx="1">
                  <c:v>Positive Expected
Value Found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880</c:v>
                </c:pt>
                <c:pt idx="1">
                  <c:v>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6B6B"/>
                </a:solidFill>
              </a:defRPr>
            </a:pPr>
            <a:r>
              <a:t>Why Sports Betting Isn't Profitable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Even With AI (I Tested 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389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By Stefan Soh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F36"/>
                </a:solidFill>
              </a:defRPr>
            </a:pPr>
            <a:r>
              <a:t>The Question I Wanted to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Can everyday people profit from sports betting?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THE SETUP: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Sports betting is now legal in most states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Apps make it look simple: 'Just pick the winner!'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But studies show 95% of bettors lose money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MY HYPOTHESIS: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If I can't beat it with AI and data, regular people definitely can't.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So I built a system to test this scientifically.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F36"/>
                </a:solidFill>
              </a:defRPr>
            </a:pPr>
            <a:r>
              <a:t>How I Tested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THE DATA: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1,226 NBA games (2018-2019 season)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2 million individual shot records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Vegas betting lines (spreads, totals, moneylines)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Team statistics and performance metrics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THE APPROACH: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Built AI models to predict if teams would 'cover the spread'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Simulated 1,000 bets to test profitability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Analyzed where Vegas pricing comes from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TOOLS: Python, XGBoost, SQL, 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Spread betting: betting if a team wins by MORE than the predicted margin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F36"/>
                </a:solidFill>
              </a:defRPr>
            </a:pPr>
            <a:r>
              <a:t>What is Spread Betting?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EXAMPLE: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Lakers vs Celtics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Vegas spread: Lakers -7.5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This means: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Lakers are favored to win by 7.5 points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If you bet Lakers -7.5, they must win by 8+ for you to win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If Lakers win by 7 or less (or lose), you lose the bet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WHY IT'S HARD: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Not enough to pick the winner—you need to predict the MARGIN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This is what I trained my AI to predict.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F36"/>
                </a:solidFill>
              </a:defRPr>
            </a:pPr>
            <a:r>
              <a:t>Test #1: Can AI Predict Spread Outcomes?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3716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66FF"/>
                </a:solidFill>
              </a:defRPr>
            </a:pPr>
            <a:r>
              <a:t>72.36%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A1F36"/>
                </a:solidFill>
              </a:defRPr>
            </a:pPr>
            <a:r>
              <a:t>Accuracy on Test Games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A1F36"/>
                </a:solidFill>
              </a:defRPr>
            </a:pPr>
            <a:r>
              <a:t>✓ Trained on 980 games from 2018-19 season</a:t>
            </a:r>
          </a:p>
          <a:p>
            <a:pPr>
              <a:spcAft>
                <a:spcPts val="600"/>
              </a:spcAft>
              <a:defRPr sz="1600">
                <a:solidFill>
                  <a:srgbClr val="1A1F36"/>
                </a:solidFill>
              </a:defRPr>
            </a:pPr>
            <a:r>
              <a:t>✓ Tested on 246 games the model had never seen</a:t>
            </a:r>
          </a:p>
          <a:p>
            <a:pPr>
              <a:spcAft>
                <a:spcPts val="600"/>
              </a:spcAft>
              <a:defRPr sz="1600">
                <a:solidFill>
                  <a:srgbClr val="1A1F36"/>
                </a:solidFill>
              </a:defRPr>
            </a:pPr>
            <a:r>
              <a:t>✓ Correctly predicted 178 out of 246 test games</a:t>
            </a:r>
          </a:p>
          <a:p>
            <a:pPr>
              <a:spcAft>
                <a:spcPts val="600"/>
              </a:spcAft>
              <a:defRPr sz="1600">
                <a:solidFill>
                  <a:srgbClr val="1A1F36"/>
                </a:solidFill>
              </a:defRPr>
            </a:pPr>
            <a:r>
              <a:t>✓ Better than random guessing (50%)</a:t>
            </a:r>
          </a:p>
          <a:p>
            <a:pPr>
              <a:spcAft>
                <a:spcPts val="600"/>
              </a:spcAft>
              <a:defRPr sz="1600">
                <a:solidFill>
                  <a:srgbClr val="1A1F36"/>
                </a:solidFill>
              </a:defRPr>
            </a:pPr>
            <a:r>
              <a:t>✓ Better than typical sports bettors (~52%)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F36"/>
                </a:solidFill>
              </a:defRPr>
            </a:pPr>
            <a:r>
              <a:t>The Hidden Cost: The 'Vig'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1F36"/>
                </a:solidFill>
              </a:defRPr>
            </a:pPr>
            <a:r>
              <a:t>To win $100, you must risk $110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66FF"/>
                </a:solidFill>
              </a:defRPr>
            </a:pPr>
            <a:r>
              <a:t>$110 ÷ $210 = 52.38%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You need to win 52.38% of bets just to break even</a:t>
            </a:r>
          </a:p>
          <a:p>
            <a:pPr algn="ctr">
              <a:defRPr sz="1800" b="1">
                <a:solidFill>
                  <a:srgbClr val="EF4444"/>
                </a:solidFill>
              </a:defRPr>
            </a:pPr>
            <a:r>
              <a:t>(NOT 50% like most people think)</a:t>
            </a:r>
          </a:p>
          <a:p>
            <a:pPr algn="ctr">
              <a:defRPr sz="1800" b="1">
                <a:solidFill>
                  <a:srgbClr val="EF4444"/>
                </a:solidFill>
              </a:defRPr>
            </a:pPr>
          </a:p>
          <a:p>
            <a:pPr algn="ctr">
              <a:defRPr sz="1800" b="1">
                <a:solidFill>
                  <a:srgbClr val="EF4444"/>
                </a:solidFill>
              </a:defRPr>
            </a:pPr>
            <a:r>
              <a:t>This 2.38% gap is the house edge that kills you over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F36"/>
                </a:solidFill>
              </a:defRPr>
            </a:pPr>
            <a:r>
              <a:t>Test #2: Simulating 1,000 Spread Bets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I simulated betting $110 on 1,000 spread bets at 72% accuracy: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WHAT YOU'D EXPECT: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Win 720 bets × $100 profit = $72,000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Lose 280 bets × $110 risk = -$30,800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Net profit: +$41,200 ✓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WHAT ACTUALLY HAPPENS: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Win 720 bets × $100 = $72,000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Lose 280 bets × $110 = -$30,800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Net: +$41,200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Wait... that actually looks good! But there's a problem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This assumes you can bet ALL 1,000 games at 72%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F36"/>
                </a:solidFill>
              </a:defRPr>
            </a:pPr>
            <a:r>
              <a:t>Test #3: How Does Vegas Price Games?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</a:defRPr>
            </a:pPr>
            <a:r>
              <a:t>DISCOVERY: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Vegas is INCREDIBLY accurate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0" y="118872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F36"/>
                </a:solidFill>
              </a:defRPr>
            </a:pPr>
            <a:r>
              <a:t>The Vegas spread was 54% of what made my model accurate.</a:t>
            </a:r>
          </a:p>
          <a:p>
            <a:pPr>
              <a:defRPr sz="1600">
                <a:solidFill>
                  <a:srgbClr val="1A1F36"/>
                </a:solidFill>
              </a:defRPr>
            </a:pPr>
            <a:r>
              <a:t>My 'AI edge' was only the remaining 46% from shot data and team stats.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F36"/>
                </a:solidFill>
              </a:defRPr>
            </a:pPr>
            <a:r>
              <a:t>How Risk Affects Betting Odds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Vegas adjusts payouts based on how risky the bet is: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EASY BET (Heavy Favorite):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Lakers -12.5 vs terrible team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Very likely to cover (high probability)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Payout: Risk $500 to win $100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Less risk = less reward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HARD BET (Underdog):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Underdog +12.5 vs Lakers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Unlikely to cover (low probability)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Payout: Risk $100 to win $400</a:t>
            </a:r>
          </a:p>
          <a:p>
            <a:pPr lvl="1"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• More risk = more reward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THE KEY: Vegas prices BOTH so well that neither is profitable long-term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F36"/>
                </a:solidFill>
              </a:defRPr>
            </a:pPr>
            <a:r>
              <a:t>Test #4: Can I Find "Good" Bets?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1148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F36"/>
                </a:solidFill>
              </a:defRPr>
            </a:pPr>
            <a:r>
              <a:t>I simulated 1,000 spread bets</a:t>
            </a:r>
          </a:p>
          <a:p>
            <a:pPr>
              <a:defRPr sz="1700">
                <a:solidFill>
                  <a:srgbClr val="1A1F36"/>
                </a:solidFill>
              </a:defRPr>
            </a:pPr>
            <a:r>
              <a:t>looking for positive expected</a:t>
            </a:r>
          </a:p>
          <a:p>
            <a:pPr>
              <a:defRPr sz="1700">
                <a:solidFill>
                  <a:srgbClr val="1A1F36"/>
                </a:solidFill>
              </a:defRPr>
            </a:pPr>
            <a:r>
              <a:t>value opportunities:</a:t>
            </a:r>
          </a:p>
          <a:p>
            <a:pPr>
              <a:defRPr sz="1700">
                <a:solidFill>
                  <a:srgbClr val="1A1F36"/>
                </a:solidFill>
              </a:defRPr>
            </a:pPr>
          </a:p>
          <a:p>
            <a:pPr>
              <a:defRPr sz="1700">
                <a:solidFill>
                  <a:srgbClr val="1A1F36"/>
                </a:solidFill>
              </a:defRPr>
            </a:pPr>
            <a:r>
              <a:t>RESULT:</a:t>
            </a:r>
          </a:p>
          <a:p>
            <a:pPr>
              <a:defRPr sz="1700">
                <a:solidFill>
                  <a:srgbClr val="1A1F36"/>
                </a:solidFill>
              </a:defRPr>
            </a:pPr>
            <a:r>
              <a:t>Only 120 bets (12%) had</a:t>
            </a:r>
          </a:p>
          <a:p>
            <a:pPr>
              <a:defRPr sz="1700">
                <a:solidFill>
                  <a:srgbClr val="1A1F36"/>
                </a:solidFill>
              </a:defRPr>
            </a:pPr>
            <a:r>
              <a:t>positive expected value</a:t>
            </a:r>
          </a:p>
          <a:p>
            <a:pPr>
              <a:defRPr sz="1700">
                <a:solidFill>
                  <a:srgbClr val="1A1F36"/>
                </a:solidFill>
              </a:defRPr>
            </a:pPr>
          </a:p>
          <a:p>
            <a:pPr>
              <a:defRPr sz="1700">
                <a:solidFill>
                  <a:srgbClr val="1A1F36"/>
                </a:solidFill>
              </a:defRPr>
            </a:pPr>
            <a:r>
              <a:t>These are games where Vegas</a:t>
            </a:r>
          </a:p>
          <a:p>
            <a:pPr>
              <a:defRPr sz="1700">
                <a:solidFill>
                  <a:srgbClr val="1A1F36"/>
                </a:solidFill>
              </a:defRPr>
            </a:pPr>
            <a:r>
              <a:t>slightly mispriced the spread.</a:t>
            </a:r>
          </a:p>
          <a:p>
            <a:pPr>
              <a:defRPr sz="1700">
                <a:solidFill>
                  <a:srgbClr val="1A1F36"/>
                </a:solidFill>
              </a:defRPr>
            </a:pPr>
          </a:p>
          <a:p>
            <a:pPr>
              <a:defRPr sz="1700">
                <a:solidFill>
                  <a:srgbClr val="1A1F36"/>
                </a:solidFill>
              </a:defRPr>
            </a:pPr>
            <a:r>
              <a:t>Betting ONLY these 120:</a:t>
            </a:r>
          </a:p>
          <a:p>
            <a:pPr lvl="1">
              <a:defRPr sz="1700">
                <a:solidFill>
                  <a:srgbClr val="1A1F36"/>
                </a:solidFill>
              </a:defRPr>
            </a:pPr>
            <a:r>
              <a:t>• Win rate: 58.3%</a:t>
            </a:r>
          </a:p>
          <a:p>
            <a:pPr lvl="1">
              <a:defRPr sz="1700">
                <a:solidFill>
                  <a:srgbClr val="1A1F36"/>
                </a:solidFill>
              </a:defRPr>
            </a:pPr>
            <a:r>
              <a:t>• Profit: +$5,410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0" y="1371600"/>
          <a:ext cx="36576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F36"/>
                </a:solidFill>
              </a:defRPr>
            </a:pPr>
            <a:r>
              <a:t>Why Even "Good" Bets Don't Work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THE FOUR BARRIERS: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1. SPORTSBOOKS BAN WINNERS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If you consistently win, they limit your bet size or ban you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This happens within 3-6 months for documented winners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2. OPPORTUNITIES ARE RARE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Only 12% of bets = ~150 games per NBA season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Need $15,000+ in capital sitting idle for 6 months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Profit of $5,410 on $15K capital = 36% annual return (sounds good...)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3. YOUR EDGE DISAPPEARS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Vegas adjusts spreads within minutes when patterns emerge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By next season, the inefficiencies you found are gone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4. IT'S A FULL-TIME JOB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Need accounts at 10+ different sportsbooks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Must monitor line movements 24/7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Requires professional betting infrastructure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F36"/>
                </a:solidFill>
              </a:defRPr>
            </a:pPr>
            <a:r>
              <a:t>How The House Stays Profitable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THREE ADVANTAGES VEGAS HAS: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1. ACCURATE PRICING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Professional oddsmakers with decades of data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Aggregate information from thousands of bets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Real-time adjustments as money flows in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2. THE VIG IS GUARANTEED PROFIT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Even when Vegas is slightly wrong on a spread, the 4.5% vig covers it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They don't need perfect predictions, just close enough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3. VOLUME ELIMINATES VARIANCE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Individual bettors face all the variance (hot/cold streaks)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Vegas handles millions of bets, smoothing out variance</a:t>
            </a:r>
          </a:p>
          <a:p>
            <a:pPr lvl="2">
              <a:spcAft>
                <a:spcPts val="1000"/>
              </a:spcAft>
              <a:defRPr sz="1600">
                <a:solidFill>
                  <a:srgbClr val="1A1F36"/>
                </a:solidFill>
              </a:defRPr>
            </a:pPr>
            <a:r>
              <a:t>  - Law of large numbers works for the house, not for you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Example: 50/50 game with 10,000 bets on each side</a:t>
            </a:r>
          </a:p>
          <a:p>
            <a:pPr>
              <a:spcAft>
                <a:spcPts val="1000"/>
              </a:spcAft>
              <a:defRPr sz="1800">
                <a:solidFill>
                  <a:srgbClr val="1A1F36"/>
                </a:solidFill>
              </a:defRPr>
            </a:pPr>
            <a:r>
              <a:t>Vegas keeps ~$100,000 in vig no matter who wins!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</a:defRPr>
            </a:pPr>
            <a:r>
              <a:t>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F4444"/>
                </a:solidFill>
              </a:defRPr>
            </a:pPr>
            <a:r>
              <a:t>✗ Even 72% AI accuracy isn't enough</a:t>
            </a:r>
          </a:p>
          <a:p>
            <a:pPr>
              <a:spcAft>
                <a:spcPts val="800"/>
              </a:spcAft>
              <a:defRPr sz="2000" b="1">
                <a:solidFill>
                  <a:srgbClr val="EF4444"/>
                </a:solidFill>
              </a:defRPr>
            </a:pPr>
            <a:r>
              <a:t>✗ Finding 'good' bets (12%) isn't enough</a:t>
            </a:r>
          </a:p>
          <a:p>
            <a:pPr>
              <a:spcAft>
                <a:spcPts val="800"/>
              </a:spcAft>
              <a:defRPr sz="2000" b="1">
                <a:solidFill>
                  <a:srgbClr val="EF4444"/>
                </a:solidFill>
              </a:defRPr>
            </a:pPr>
            <a:r>
              <a:t>✗ Being smarter than other bettors isn't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0B981"/>
                </a:solidFill>
              </a:defRPr>
            </a:pPr>
            <a:r>
              <a:t>✓ The vig (4.5%) erodes profits systematically</a:t>
            </a:r>
          </a:p>
          <a:p>
            <a:pPr>
              <a:spcAft>
                <a:spcPts val="800"/>
              </a:spcAft>
              <a:defRPr sz="2000" b="1">
                <a:solidFill>
                  <a:srgbClr val="10B981"/>
                </a:solidFill>
              </a:defRPr>
            </a:pPr>
            <a:r>
              <a:t>✓ Vegas prices spreads with 54% of my model's accuracy</a:t>
            </a:r>
          </a:p>
          <a:p>
            <a:pPr>
              <a:spcAft>
                <a:spcPts val="800"/>
              </a:spcAft>
              <a:defRPr sz="2000" b="1">
                <a:solidFill>
                  <a:srgbClr val="10B981"/>
                </a:solidFill>
              </a:defRPr>
            </a:pPr>
            <a:r>
              <a:t>✓ Variance kills individuals, volume protects the house</a:t>
            </a:r>
          </a:p>
          <a:p>
            <a:pPr>
              <a:spcAft>
                <a:spcPts val="800"/>
              </a:spcAft>
              <a:defRPr sz="2000" b="1">
                <a:solidFill>
                  <a:srgbClr val="10B981"/>
                </a:solidFill>
              </a:defRPr>
            </a:pPr>
            <a:r>
              <a:t>✓ Winners get banned before making serious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BOTTOM LINE: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Sports betting isn't about being smart or having better data.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It's a mathematically losing game designed to profit the house.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If you bet, know you're paying for entertainment—not making an investment.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